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  <p:sldMasterId id="2147483743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A1488A-AF5E-4F02-ABCB-AD45270785D4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B1F30385-9EBC-4846-8CDF-049840783EA5}">
      <dgm:prSet phldrT="[Text]"/>
      <dgm:spPr/>
      <dgm:t>
        <a:bodyPr/>
        <a:lstStyle/>
        <a:p>
          <a:pPr>
            <a:buNone/>
          </a:pPr>
          <a:r>
            <a:rPr lang="en-IN" dirty="0"/>
            <a:t>AMFI</a:t>
          </a:r>
        </a:p>
      </dgm:t>
    </dgm:pt>
    <dgm:pt modelId="{6B6D872E-AB49-4917-B94E-7CEBFF71E477}" type="parTrans" cxnId="{525523AD-9B9E-47B8-9FF8-8CD22DB6C7F9}">
      <dgm:prSet/>
      <dgm:spPr/>
      <dgm:t>
        <a:bodyPr/>
        <a:lstStyle/>
        <a:p>
          <a:endParaRPr lang="en-IN"/>
        </a:p>
      </dgm:t>
    </dgm:pt>
    <dgm:pt modelId="{7F60D68D-77E3-4426-9A79-84D07F4DD958}" type="sibTrans" cxnId="{525523AD-9B9E-47B8-9FF8-8CD22DB6C7F9}">
      <dgm:prSet/>
      <dgm:spPr/>
      <dgm:t>
        <a:bodyPr/>
        <a:lstStyle/>
        <a:p>
          <a:endParaRPr lang="en-IN"/>
        </a:p>
      </dgm:t>
    </dgm:pt>
    <dgm:pt modelId="{8F2B26F1-D335-46EF-8DEA-B24D034E0738}">
      <dgm:prSet phldrT="[Text]"/>
      <dgm:spPr/>
      <dgm:t>
        <a:bodyPr/>
        <a:lstStyle/>
        <a:p>
          <a:pPr>
            <a:buNone/>
          </a:pPr>
          <a:r>
            <a:rPr lang="en-IN" dirty="0"/>
            <a:t>CSV Datasets</a:t>
          </a:r>
        </a:p>
      </dgm:t>
    </dgm:pt>
    <dgm:pt modelId="{597BF3D5-75DE-4BF1-9683-A4CA2EF8570D}" type="parTrans" cxnId="{4FC5F821-8460-48C7-A6A3-DC5A36CA8898}">
      <dgm:prSet/>
      <dgm:spPr/>
      <dgm:t>
        <a:bodyPr/>
        <a:lstStyle/>
        <a:p>
          <a:endParaRPr lang="en-IN"/>
        </a:p>
      </dgm:t>
    </dgm:pt>
    <dgm:pt modelId="{8A70BB44-5F40-46B7-BFC5-EE53F8BF6BD3}" type="sibTrans" cxnId="{4FC5F821-8460-48C7-A6A3-DC5A36CA8898}">
      <dgm:prSet/>
      <dgm:spPr/>
      <dgm:t>
        <a:bodyPr/>
        <a:lstStyle/>
        <a:p>
          <a:endParaRPr lang="en-IN"/>
        </a:p>
      </dgm:t>
    </dgm:pt>
    <dgm:pt modelId="{C45640AB-AE46-49A2-BED5-C9EA83DA85B6}">
      <dgm:prSet phldrT="[Text]"/>
      <dgm:spPr/>
      <dgm:t>
        <a:bodyPr/>
        <a:lstStyle/>
        <a:p>
          <a:r>
            <a:rPr lang="en-IN" dirty="0"/>
            <a:t>mfapi.in</a:t>
          </a:r>
        </a:p>
      </dgm:t>
    </dgm:pt>
    <dgm:pt modelId="{107C8000-4F93-4281-8355-E34F5985CA7E}" type="parTrans" cxnId="{AA0AB3BC-BA6A-49C8-980B-83D088D9BCF1}">
      <dgm:prSet/>
      <dgm:spPr/>
      <dgm:t>
        <a:bodyPr/>
        <a:lstStyle/>
        <a:p>
          <a:endParaRPr lang="en-IN"/>
        </a:p>
      </dgm:t>
    </dgm:pt>
    <dgm:pt modelId="{2C61926D-4B45-489D-BB93-886D2F51D133}" type="sibTrans" cxnId="{AA0AB3BC-BA6A-49C8-980B-83D088D9BCF1}">
      <dgm:prSet/>
      <dgm:spPr/>
      <dgm:t>
        <a:bodyPr/>
        <a:lstStyle/>
        <a:p>
          <a:endParaRPr lang="en-IN"/>
        </a:p>
      </dgm:t>
    </dgm:pt>
    <dgm:pt modelId="{3ED3BAAB-C683-4D8E-BDBB-046BF479FB3B}">
      <dgm:prSet phldrT="[Text]"/>
      <dgm:spPr/>
      <dgm:t>
        <a:bodyPr/>
        <a:lstStyle/>
        <a:p>
          <a:pPr>
            <a:buNone/>
          </a:pPr>
          <a:r>
            <a:rPr lang="en-IN" dirty="0"/>
            <a:t>NSE / BSE</a:t>
          </a:r>
        </a:p>
      </dgm:t>
    </dgm:pt>
    <dgm:pt modelId="{3A5B3381-3ABA-477F-B939-772975E1E062}" type="parTrans" cxnId="{36E3BBCA-D7FB-49AC-9E65-E66FE59FB30C}">
      <dgm:prSet/>
      <dgm:spPr/>
      <dgm:t>
        <a:bodyPr/>
        <a:lstStyle/>
        <a:p>
          <a:endParaRPr lang="en-IN"/>
        </a:p>
      </dgm:t>
    </dgm:pt>
    <dgm:pt modelId="{8B009E63-2570-41EB-B3D1-2A85576FA3CF}" type="sibTrans" cxnId="{36E3BBCA-D7FB-49AC-9E65-E66FE59FB30C}">
      <dgm:prSet/>
      <dgm:spPr/>
      <dgm:t>
        <a:bodyPr/>
        <a:lstStyle/>
        <a:p>
          <a:endParaRPr lang="en-IN"/>
        </a:p>
      </dgm:t>
    </dgm:pt>
    <dgm:pt modelId="{CC8A4209-9CB3-42A3-9F34-EC77EFDFB8DD}" type="pres">
      <dgm:prSet presAssocID="{AFA1488A-AF5E-4F02-ABCB-AD45270785D4}" presName="linearFlow" presStyleCnt="0">
        <dgm:presLayoutVars>
          <dgm:resizeHandles val="exact"/>
        </dgm:presLayoutVars>
      </dgm:prSet>
      <dgm:spPr/>
    </dgm:pt>
    <dgm:pt modelId="{88F0F17F-90D1-476A-AB56-BBD74E1F5A89}" type="pres">
      <dgm:prSet presAssocID="{B1F30385-9EBC-4846-8CDF-049840783EA5}" presName="node" presStyleLbl="node1" presStyleIdx="0" presStyleCnt="4">
        <dgm:presLayoutVars>
          <dgm:bulletEnabled val="1"/>
        </dgm:presLayoutVars>
      </dgm:prSet>
      <dgm:spPr/>
    </dgm:pt>
    <dgm:pt modelId="{1CA1B44F-314A-449E-BB45-9BE5F059B1B0}" type="pres">
      <dgm:prSet presAssocID="{7F60D68D-77E3-4426-9A79-84D07F4DD958}" presName="sibTrans" presStyleLbl="sibTrans2D1" presStyleIdx="0" presStyleCnt="3"/>
      <dgm:spPr/>
    </dgm:pt>
    <dgm:pt modelId="{DDB1D2E6-9E49-49F7-B70F-4000A5A11A36}" type="pres">
      <dgm:prSet presAssocID="{7F60D68D-77E3-4426-9A79-84D07F4DD958}" presName="connectorText" presStyleLbl="sibTrans2D1" presStyleIdx="0" presStyleCnt="3"/>
      <dgm:spPr/>
    </dgm:pt>
    <dgm:pt modelId="{3E548CC2-0FF4-4AB2-AAA2-CB96CDBF40E8}" type="pres">
      <dgm:prSet presAssocID="{C45640AB-AE46-49A2-BED5-C9EA83DA85B6}" presName="node" presStyleLbl="node1" presStyleIdx="1" presStyleCnt="4">
        <dgm:presLayoutVars>
          <dgm:bulletEnabled val="1"/>
        </dgm:presLayoutVars>
      </dgm:prSet>
      <dgm:spPr/>
    </dgm:pt>
    <dgm:pt modelId="{F48808D7-1F77-42C6-A032-B1A5DF0E11AF}" type="pres">
      <dgm:prSet presAssocID="{2C61926D-4B45-489D-BB93-886D2F51D133}" presName="sibTrans" presStyleLbl="sibTrans2D1" presStyleIdx="1" presStyleCnt="3"/>
      <dgm:spPr/>
    </dgm:pt>
    <dgm:pt modelId="{174089F8-A6D7-491A-9EB5-2398C044B8F2}" type="pres">
      <dgm:prSet presAssocID="{2C61926D-4B45-489D-BB93-886D2F51D133}" presName="connectorText" presStyleLbl="sibTrans2D1" presStyleIdx="1" presStyleCnt="3"/>
      <dgm:spPr/>
    </dgm:pt>
    <dgm:pt modelId="{A9D8EDA5-9E3A-4CA6-A1D1-507A2508E789}" type="pres">
      <dgm:prSet presAssocID="{3ED3BAAB-C683-4D8E-BDBB-046BF479FB3B}" presName="node" presStyleLbl="node1" presStyleIdx="2" presStyleCnt="4">
        <dgm:presLayoutVars>
          <dgm:bulletEnabled val="1"/>
        </dgm:presLayoutVars>
      </dgm:prSet>
      <dgm:spPr/>
    </dgm:pt>
    <dgm:pt modelId="{D4B864A0-AD58-4E5B-81C8-A720D87A8D24}" type="pres">
      <dgm:prSet presAssocID="{8B009E63-2570-41EB-B3D1-2A85576FA3CF}" presName="sibTrans" presStyleLbl="sibTrans2D1" presStyleIdx="2" presStyleCnt="3"/>
      <dgm:spPr/>
    </dgm:pt>
    <dgm:pt modelId="{F8D32688-2F5C-4A46-8F4D-37EE296D4491}" type="pres">
      <dgm:prSet presAssocID="{8B009E63-2570-41EB-B3D1-2A85576FA3CF}" presName="connectorText" presStyleLbl="sibTrans2D1" presStyleIdx="2" presStyleCnt="3"/>
      <dgm:spPr/>
    </dgm:pt>
    <dgm:pt modelId="{F76765AF-83BA-4934-8D84-3E263ACE2432}" type="pres">
      <dgm:prSet presAssocID="{8F2B26F1-D335-46EF-8DEA-B24D034E0738}" presName="node" presStyleLbl="node1" presStyleIdx="3" presStyleCnt="4">
        <dgm:presLayoutVars>
          <dgm:bulletEnabled val="1"/>
        </dgm:presLayoutVars>
      </dgm:prSet>
      <dgm:spPr/>
    </dgm:pt>
  </dgm:ptLst>
  <dgm:cxnLst>
    <dgm:cxn modelId="{1D19BC00-0B4D-48F3-956E-0C6CD6F38062}" type="presOf" srcId="{7F60D68D-77E3-4426-9A79-84D07F4DD958}" destId="{1CA1B44F-314A-449E-BB45-9BE5F059B1B0}" srcOrd="0" destOrd="0" presId="urn:microsoft.com/office/officeart/2005/8/layout/process2"/>
    <dgm:cxn modelId="{85352002-87B2-4005-A1C1-117897DF532E}" type="presOf" srcId="{7F60D68D-77E3-4426-9A79-84D07F4DD958}" destId="{DDB1D2E6-9E49-49F7-B70F-4000A5A11A36}" srcOrd="1" destOrd="0" presId="urn:microsoft.com/office/officeart/2005/8/layout/process2"/>
    <dgm:cxn modelId="{4FC5F821-8460-48C7-A6A3-DC5A36CA8898}" srcId="{AFA1488A-AF5E-4F02-ABCB-AD45270785D4}" destId="{8F2B26F1-D335-46EF-8DEA-B24D034E0738}" srcOrd="3" destOrd="0" parTransId="{597BF3D5-75DE-4BF1-9683-A4CA2EF8570D}" sibTransId="{8A70BB44-5F40-46B7-BFC5-EE53F8BF6BD3}"/>
    <dgm:cxn modelId="{7576674B-13D5-443D-B7E8-F100E4DB75AB}" type="presOf" srcId="{2C61926D-4B45-489D-BB93-886D2F51D133}" destId="{174089F8-A6D7-491A-9EB5-2398C044B8F2}" srcOrd="1" destOrd="0" presId="urn:microsoft.com/office/officeart/2005/8/layout/process2"/>
    <dgm:cxn modelId="{A9B42E7C-645B-4F02-9163-2721F651EA16}" type="presOf" srcId="{8F2B26F1-D335-46EF-8DEA-B24D034E0738}" destId="{F76765AF-83BA-4934-8D84-3E263ACE2432}" srcOrd="0" destOrd="0" presId="urn:microsoft.com/office/officeart/2005/8/layout/process2"/>
    <dgm:cxn modelId="{D8797695-77D9-49F9-8B2D-3B42D3EE71F2}" type="presOf" srcId="{2C61926D-4B45-489D-BB93-886D2F51D133}" destId="{F48808D7-1F77-42C6-A032-B1A5DF0E11AF}" srcOrd="0" destOrd="0" presId="urn:microsoft.com/office/officeart/2005/8/layout/process2"/>
    <dgm:cxn modelId="{43FD80AC-4BF7-472E-BEA6-D5F36A62217B}" type="presOf" srcId="{8B009E63-2570-41EB-B3D1-2A85576FA3CF}" destId="{F8D32688-2F5C-4A46-8F4D-37EE296D4491}" srcOrd="1" destOrd="0" presId="urn:microsoft.com/office/officeart/2005/8/layout/process2"/>
    <dgm:cxn modelId="{525523AD-9B9E-47B8-9FF8-8CD22DB6C7F9}" srcId="{AFA1488A-AF5E-4F02-ABCB-AD45270785D4}" destId="{B1F30385-9EBC-4846-8CDF-049840783EA5}" srcOrd="0" destOrd="0" parTransId="{6B6D872E-AB49-4917-B94E-7CEBFF71E477}" sibTransId="{7F60D68D-77E3-4426-9A79-84D07F4DD958}"/>
    <dgm:cxn modelId="{5932AEAE-BD98-461E-BB4C-FB8165AA5CEE}" type="presOf" srcId="{3ED3BAAB-C683-4D8E-BDBB-046BF479FB3B}" destId="{A9D8EDA5-9E3A-4CA6-A1D1-507A2508E789}" srcOrd="0" destOrd="0" presId="urn:microsoft.com/office/officeart/2005/8/layout/process2"/>
    <dgm:cxn modelId="{A7E783B8-2FFF-4539-93E4-19560CD55DC6}" type="presOf" srcId="{C45640AB-AE46-49A2-BED5-C9EA83DA85B6}" destId="{3E548CC2-0FF4-4AB2-AAA2-CB96CDBF40E8}" srcOrd="0" destOrd="0" presId="urn:microsoft.com/office/officeart/2005/8/layout/process2"/>
    <dgm:cxn modelId="{41C57ABB-09DB-4CBB-87A9-1B4D6A0F03FD}" type="presOf" srcId="{AFA1488A-AF5E-4F02-ABCB-AD45270785D4}" destId="{CC8A4209-9CB3-42A3-9F34-EC77EFDFB8DD}" srcOrd="0" destOrd="0" presId="urn:microsoft.com/office/officeart/2005/8/layout/process2"/>
    <dgm:cxn modelId="{AA0AB3BC-BA6A-49C8-980B-83D088D9BCF1}" srcId="{AFA1488A-AF5E-4F02-ABCB-AD45270785D4}" destId="{C45640AB-AE46-49A2-BED5-C9EA83DA85B6}" srcOrd="1" destOrd="0" parTransId="{107C8000-4F93-4281-8355-E34F5985CA7E}" sibTransId="{2C61926D-4B45-489D-BB93-886D2F51D133}"/>
    <dgm:cxn modelId="{64C1A3C0-29CE-4BCD-B509-97E14598DDC2}" type="presOf" srcId="{B1F30385-9EBC-4846-8CDF-049840783EA5}" destId="{88F0F17F-90D1-476A-AB56-BBD74E1F5A89}" srcOrd="0" destOrd="0" presId="urn:microsoft.com/office/officeart/2005/8/layout/process2"/>
    <dgm:cxn modelId="{36E3BBCA-D7FB-49AC-9E65-E66FE59FB30C}" srcId="{AFA1488A-AF5E-4F02-ABCB-AD45270785D4}" destId="{3ED3BAAB-C683-4D8E-BDBB-046BF479FB3B}" srcOrd="2" destOrd="0" parTransId="{3A5B3381-3ABA-477F-B939-772975E1E062}" sibTransId="{8B009E63-2570-41EB-B3D1-2A85576FA3CF}"/>
    <dgm:cxn modelId="{74B92DF9-BEC1-4473-A22F-DE3D46914946}" type="presOf" srcId="{8B009E63-2570-41EB-B3D1-2A85576FA3CF}" destId="{D4B864A0-AD58-4E5B-81C8-A720D87A8D24}" srcOrd="0" destOrd="0" presId="urn:microsoft.com/office/officeart/2005/8/layout/process2"/>
    <dgm:cxn modelId="{FF4725A0-414F-4BA7-8E68-81862378D146}" type="presParOf" srcId="{CC8A4209-9CB3-42A3-9F34-EC77EFDFB8DD}" destId="{88F0F17F-90D1-476A-AB56-BBD74E1F5A89}" srcOrd="0" destOrd="0" presId="urn:microsoft.com/office/officeart/2005/8/layout/process2"/>
    <dgm:cxn modelId="{F2589509-872C-4DB5-A589-C719359EC658}" type="presParOf" srcId="{CC8A4209-9CB3-42A3-9F34-EC77EFDFB8DD}" destId="{1CA1B44F-314A-449E-BB45-9BE5F059B1B0}" srcOrd="1" destOrd="0" presId="urn:microsoft.com/office/officeart/2005/8/layout/process2"/>
    <dgm:cxn modelId="{7781F14E-1AED-4201-9542-32F6DF5AFBE1}" type="presParOf" srcId="{1CA1B44F-314A-449E-BB45-9BE5F059B1B0}" destId="{DDB1D2E6-9E49-49F7-B70F-4000A5A11A36}" srcOrd="0" destOrd="0" presId="urn:microsoft.com/office/officeart/2005/8/layout/process2"/>
    <dgm:cxn modelId="{9C487618-D917-4FC0-A8D9-53B486D82B7F}" type="presParOf" srcId="{CC8A4209-9CB3-42A3-9F34-EC77EFDFB8DD}" destId="{3E548CC2-0FF4-4AB2-AAA2-CB96CDBF40E8}" srcOrd="2" destOrd="0" presId="urn:microsoft.com/office/officeart/2005/8/layout/process2"/>
    <dgm:cxn modelId="{B5264334-2FC2-498D-9337-04125DB9832E}" type="presParOf" srcId="{CC8A4209-9CB3-42A3-9F34-EC77EFDFB8DD}" destId="{F48808D7-1F77-42C6-A032-B1A5DF0E11AF}" srcOrd="3" destOrd="0" presId="urn:microsoft.com/office/officeart/2005/8/layout/process2"/>
    <dgm:cxn modelId="{D4402F96-D6D3-4C82-B428-8B4EE790618D}" type="presParOf" srcId="{F48808D7-1F77-42C6-A032-B1A5DF0E11AF}" destId="{174089F8-A6D7-491A-9EB5-2398C044B8F2}" srcOrd="0" destOrd="0" presId="urn:microsoft.com/office/officeart/2005/8/layout/process2"/>
    <dgm:cxn modelId="{4DC90561-8E53-42E5-B685-AE1E040AF84D}" type="presParOf" srcId="{CC8A4209-9CB3-42A3-9F34-EC77EFDFB8DD}" destId="{A9D8EDA5-9E3A-4CA6-A1D1-507A2508E789}" srcOrd="4" destOrd="0" presId="urn:microsoft.com/office/officeart/2005/8/layout/process2"/>
    <dgm:cxn modelId="{9E3CAA0B-7091-4A58-9E5C-A987933A6E7D}" type="presParOf" srcId="{CC8A4209-9CB3-42A3-9F34-EC77EFDFB8DD}" destId="{D4B864A0-AD58-4E5B-81C8-A720D87A8D24}" srcOrd="5" destOrd="0" presId="urn:microsoft.com/office/officeart/2005/8/layout/process2"/>
    <dgm:cxn modelId="{37EC02B6-96C8-41CD-B753-550C41588744}" type="presParOf" srcId="{D4B864A0-AD58-4E5B-81C8-A720D87A8D24}" destId="{F8D32688-2F5C-4A46-8F4D-37EE296D4491}" srcOrd="0" destOrd="0" presId="urn:microsoft.com/office/officeart/2005/8/layout/process2"/>
    <dgm:cxn modelId="{BEA5B677-92BB-4097-9D95-47FFC4F9773F}" type="presParOf" srcId="{CC8A4209-9CB3-42A3-9F34-EC77EFDFB8DD}" destId="{F76765AF-83BA-4934-8D84-3E263ACE2432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7A27AA-63FA-4E5B-912B-91559DA4C5F7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30A0ADA6-657E-49FE-AD8E-141B3A6039F2}">
      <dgm:prSet phldrT="[Text]"/>
      <dgm:spPr/>
      <dgm:t>
        <a:bodyPr/>
        <a:lstStyle/>
        <a:p>
          <a:r>
            <a:rPr lang="en-IN" dirty="0"/>
            <a:t>Raw Data Sources</a:t>
          </a:r>
        </a:p>
      </dgm:t>
    </dgm:pt>
    <dgm:pt modelId="{C936573B-2589-4011-A498-F4915152E6F9}" type="parTrans" cxnId="{35284A91-8128-4D4A-8712-DA48B93762EA}">
      <dgm:prSet/>
      <dgm:spPr/>
      <dgm:t>
        <a:bodyPr/>
        <a:lstStyle/>
        <a:p>
          <a:endParaRPr lang="en-IN"/>
        </a:p>
      </dgm:t>
    </dgm:pt>
    <dgm:pt modelId="{D6FE3ACF-BBB5-4234-A887-5E44F8B10503}" type="sibTrans" cxnId="{35284A91-8128-4D4A-8712-DA48B93762EA}">
      <dgm:prSet/>
      <dgm:spPr/>
      <dgm:t>
        <a:bodyPr/>
        <a:lstStyle/>
        <a:p>
          <a:endParaRPr lang="en-IN"/>
        </a:p>
      </dgm:t>
    </dgm:pt>
    <dgm:pt modelId="{2614EB52-C37F-4B8B-A3EC-3812956B3C87}">
      <dgm:prSet/>
      <dgm:spPr/>
      <dgm:t>
        <a:bodyPr/>
        <a:lstStyle/>
        <a:p>
          <a:r>
            <a:rPr lang="en-IN" dirty="0"/>
            <a:t>Data Cleaning</a:t>
          </a:r>
        </a:p>
      </dgm:t>
    </dgm:pt>
    <dgm:pt modelId="{F185FC7E-42C2-4B7A-B7E1-FB9D0F716895}" type="parTrans" cxnId="{06A2FB4D-2360-4095-BE96-5D0C97A8DAB7}">
      <dgm:prSet/>
      <dgm:spPr/>
      <dgm:t>
        <a:bodyPr/>
        <a:lstStyle/>
        <a:p>
          <a:endParaRPr lang="en-IN"/>
        </a:p>
      </dgm:t>
    </dgm:pt>
    <dgm:pt modelId="{2B5963A7-7D92-4E37-A653-0446FDE0ABD2}" type="sibTrans" cxnId="{06A2FB4D-2360-4095-BE96-5D0C97A8DAB7}">
      <dgm:prSet/>
      <dgm:spPr/>
      <dgm:t>
        <a:bodyPr/>
        <a:lstStyle/>
        <a:p>
          <a:endParaRPr lang="en-IN"/>
        </a:p>
      </dgm:t>
    </dgm:pt>
    <dgm:pt modelId="{25025CD9-5C0E-49F8-9294-974573E247CC}">
      <dgm:prSet/>
      <dgm:spPr/>
      <dgm:t>
        <a:bodyPr/>
        <a:lstStyle/>
        <a:p>
          <a:r>
            <a:rPr lang="en-IN"/>
            <a:t>Processed CSV Files</a:t>
          </a:r>
        </a:p>
      </dgm:t>
    </dgm:pt>
    <dgm:pt modelId="{C6E97169-3BCB-495E-B538-576E419EEAD2}" type="parTrans" cxnId="{73A14228-87D8-4003-853C-4F08A69319A7}">
      <dgm:prSet/>
      <dgm:spPr/>
      <dgm:t>
        <a:bodyPr/>
        <a:lstStyle/>
        <a:p>
          <a:endParaRPr lang="en-IN"/>
        </a:p>
      </dgm:t>
    </dgm:pt>
    <dgm:pt modelId="{76E80F17-6494-4E11-A3F6-9EA4D2561434}" type="sibTrans" cxnId="{73A14228-87D8-4003-853C-4F08A69319A7}">
      <dgm:prSet/>
      <dgm:spPr/>
      <dgm:t>
        <a:bodyPr/>
        <a:lstStyle/>
        <a:p>
          <a:endParaRPr lang="en-IN"/>
        </a:p>
      </dgm:t>
    </dgm:pt>
    <dgm:pt modelId="{F106D9E2-C2E9-40F4-B748-EBBB955BF9C7}">
      <dgm:prSet/>
      <dgm:spPr/>
      <dgm:t>
        <a:bodyPr/>
        <a:lstStyle/>
        <a:p>
          <a:r>
            <a:rPr lang="en-IN"/>
            <a:t>SQLite Database</a:t>
          </a:r>
        </a:p>
      </dgm:t>
    </dgm:pt>
    <dgm:pt modelId="{A7CD6640-6B21-4210-ADA9-56DD47DC3198}" type="parTrans" cxnId="{367D857B-5638-4205-831F-670910999950}">
      <dgm:prSet/>
      <dgm:spPr/>
      <dgm:t>
        <a:bodyPr/>
        <a:lstStyle/>
        <a:p>
          <a:endParaRPr lang="en-IN"/>
        </a:p>
      </dgm:t>
    </dgm:pt>
    <dgm:pt modelId="{452C3EE9-7D64-4F8D-A1CC-160681216264}" type="sibTrans" cxnId="{367D857B-5638-4205-831F-670910999950}">
      <dgm:prSet/>
      <dgm:spPr/>
      <dgm:t>
        <a:bodyPr/>
        <a:lstStyle/>
        <a:p>
          <a:endParaRPr lang="en-IN"/>
        </a:p>
      </dgm:t>
    </dgm:pt>
    <dgm:pt modelId="{7C14EADE-9487-4D18-BD24-D48A7F480E5D}">
      <dgm:prSet/>
      <dgm:spPr/>
      <dgm:t>
        <a:bodyPr/>
        <a:lstStyle/>
        <a:p>
          <a:r>
            <a:rPr lang="en-IN"/>
            <a:t>EDA Analysis</a:t>
          </a:r>
        </a:p>
      </dgm:t>
    </dgm:pt>
    <dgm:pt modelId="{54234304-EE8E-4947-BE35-AE6994293EA6}" type="parTrans" cxnId="{D3AB5513-C1C4-46E6-9B98-17FDAAC7FDFA}">
      <dgm:prSet/>
      <dgm:spPr/>
      <dgm:t>
        <a:bodyPr/>
        <a:lstStyle/>
        <a:p>
          <a:endParaRPr lang="en-IN"/>
        </a:p>
      </dgm:t>
    </dgm:pt>
    <dgm:pt modelId="{E4087435-7839-492D-B6ED-3B33EC67B8E0}" type="sibTrans" cxnId="{D3AB5513-C1C4-46E6-9B98-17FDAAC7FDFA}">
      <dgm:prSet/>
      <dgm:spPr/>
      <dgm:t>
        <a:bodyPr/>
        <a:lstStyle/>
        <a:p>
          <a:endParaRPr lang="en-IN"/>
        </a:p>
      </dgm:t>
    </dgm:pt>
    <dgm:pt modelId="{99CF4444-374C-4241-A2FE-443C31E514B1}">
      <dgm:prSet/>
      <dgm:spPr/>
      <dgm:t>
        <a:bodyPr/>
        <a:lstStyle/>
        <a:p>
          <a:r>
            <a:rPr lang="en-IN"/>
            <a:t>Performance Analytics</a:t>
          </a:r>
        </a:p>
      </dgm:t>
    </dgm:pt>
    <dgm:pt modelId="{23204C6F-5F2E-484E-9AC5-71E3B36BB3C2}" type="parTrans" cxnId="{8205DC22-3905-4BD2-A507-4A43740D074F}">
      <dgm:prSet/>
      <dgm:spPr/>
      <dgm:t>
        <a:bodyPr/>
        <a:lstStyle/>
        <a:p>
          <a:endParaRPr lang="en-IN"/>
        </a:p>
      </dgm:t>
    </dgm:pt>
    <dgm:pt modelId="{4192CFB1-9635-4A40-865C-E6EF00282BC8}" type="sibTrans" cxnId="{8205DC22-3905-4BD2-A507-4A43740D074F}">
      <dgm:prSet/>
      <dgm:spPr/>
      <dgm:t>
        <a:bodyPr/>
        <a:lstStyle/>
        <a:p>
          <a:endParaRPr lang="en-IN"/>
        </a:p>
      </dgm:t>
    </dgm:pt>
    <dgm:pt modelId="{7FA3A753-C9FA-4703-B061-FC8D992FEBB0}">
      <dgm:prSet/>
      <dgm:spPr/>
      <dgm:t>
        <a:bodyPr/>
        <a:lstStyle/>
        <a:p>
          <a:r>
            <a:rPr lang="en-IN"/>
            <a:t>Advanced Analytics</a:t>
          </a:r>
        </a:p>
      </dgm:t>
    </dgm:pt>
    <dgm:pt modelId="{DEE1808A-C2BB-4F5E-9E57-622DA34B80A5}" type="parTrans" cxnId="{01B97ADD-27FB-4DAD-BCC4-32FCFF1C803B}">
      <dgm:prSet/>
      <dgm:spPr/>
      <dgm:t>
        <a:bodyPr/>
        <a:lstStyle/>
        <a:p>
          <a:endParaRPr lang="en-IN"/>
        </a:p>
      </dgm:t>
    </dgm:pt>
    <dgm:pt modelId="{6686FF96-2141-4F7D-A5B6-521BB0D07514}" type="sibTrans" cxnId="{01B97ADD-27FB-4DAD-BCC4-32FCFF1C803B}">
      <dgm:prSet/>
      <dgm:spPr/>
      <dgm:t>
        <a:bodyPr/>
        <a:lstStyle/>
        <a:p>
          <a:endParaRPr lang="en-IN"/>
        </a:p>
      </dgm:t>
    </dgm:pt>
    <dgm:pt modelId="{3E415C31-0EEE-43A6-A0C7-3A9B9270E48C}">
      <dgm:prSet/>
      <dgm:spPr/>
      <dgm:t>
        <a:bodyPr/>
        <a:lstStyle/>
        <a:p>
          <a:r>
            <a:rPr lang="en-IN"/>
            <a:t>Power BI Dashboard</a:t>
          </a:r>
        </a:p>
      </dgm:t>
    </dgm:pt>
    <dgm:pt modelId="{BA496082-EA44-471A-9170-E7F5C62CFB84}" type="parTrans" cxnId="{9C791355-0734-47C9-87D6-32743101BB61}">
      <dgm:prSet/>
      <dgm:spPr/>
      <dgm:t>
        <a:bodyPr/>
        <a:lstStyle/>
        <a:p>
          <a:endParaRPr lang="en-IN"/>
        </a:p>
      </dgm:t>
    </dgm:pt>
    <dgm:pt modelId="{DD37A722-D2DD-4935-9F0D-380BC69C3046}" type="sibTrans" cxnId="{9C791355-0734-47C9-87D6-32743101BB61}">
      <dgm:prSet/>
      <dgm:spPr/>
      <dgm:t>
        <a:bodyPr/>
        <a:lstStyle/>
        <a:p>
          <a:endParaRPr lang="en-IN"/>
        </a:p>
      </dgm:t>
    </dgm:pt>
    <dgm:pt modelId="{996B4E23-F90E-4BC4-8FC5-CF3A4FAC93EA}" type="pres">
      <dgm:prSet presAssocID="{357A27AA-63FA-4E5B-912B-91559DA4C5F7}" presName="linearFlow" presStyleCnt="0">
        <dgm:presLayoutVars>
          <dgm:resizeHandles val="exact"/>
        </dgm:presLayoutVars>
      </dgm:prSet>
      <dgm:spPr/>
    </dgm:pt>
    <dgm:pt modelId="{AD929ED9-E957-4C1D-A6E0-6E702BAC4B27}" type="pres">
      <dgm:prSet presAssocID="{30A0ADA6-657E-49FE-AD8E-141B3A6039F2}" presName="node" presStyleLbl="node1" presStyleIdx="0" presStyleCnt="8">
        <dgm:presLayoutVars>
          <dgm:bulletEnabled val="1"/>
        </dgm:presLayoutVars>
      </dgm:prSet>
      <dgm:spPr/>
    </dgm:pt>
    <dgm:pt modelId="{8E8E6F5D-84E9-4F93-98F0-A535D60FF0BD}" type="pres">
      <dgm:prSet presAssocID="{D6FE3ACF-BBB5-4234-A887-5E44F8B10503}" presName="sibTrans" presStyleLbl="sibTrans2D1" presStyleIdx="0" presStyleCnt="7"/>
      <dgm:spPr/>
    </dgm:pt>
    <dgm:pt modelId="{A24BA902-2A4B-4F7F-B61E-29A5BDAE5E94}" type="pres">
      <dgm:prSet presAssocID="{D6FE3ACF-BBB5-4234-A887-5E44F8B10503}" presName="connectorText" presStyleLbl="sibTrans2D1" presStyleIdx="0" presStyleCnt="7"/>
      <dgm:spPr/>
    </dgm:pt>
    <dgm:pt modelId="{10FC4A03-2079-4075-9C6D-866DDDA2E9DA}" type="pres">
      <dgm:prSet presAssocID="{2614EB52-C37F-4B8B-A3EC-3812956B3C87}" presName="node" presStyleLbl="node1" presStyleIdx="1" presStyleCnt="8">
        <dgm:presLayoutVars>
          <dgm:bulletEnabled val="1"/>
        </dgm:presLayoutVars>
      </dgm:prSet>
      <dgm:spPr/>
    </dgm:pt>
    <dgm:pt modelId="{83CDDEB7-0E48-4A45-BD0E-A0E4ACA8A272}" type="pres">
      <dgm:prSet presAssocID="{2B5963A7-7D92-4E37-A653-0446FDE0ABD2}" presName="sibTrans" presStyleLbl="sibTrans2D1" presStyleIdx="1" presStyleCnt="7"/>
      <dgm:spPr/>
    </dgm:pt>
    <dgm:pt modelId="{B43FED2D-BFD3-43D3-B702-E96160B1440F}" type="pres">
      <dgm:prSet presAssocID="{2B5963A7-7D92-4E37-A653-0446FDE0ABD2}" presName="connectorText" presStyleLbl="sibTrans2D1" presStyleIdx="1" presStyleCnt="7"/>
      <dgm:spPr/>
    </dgm:pt>
    <dgm:pt modelId="{BE9362B2-4896-41B0-B4C1-BAB001A9AD8B}" type="pres">
      <dgm:prSet presAssocID="{25025CD9-5C0E-49F8-9294-974573E247CC}" presName="node" presStyleLbl="node1" presStyleIdx="2" presStyleCnt="8">
        <dgm:presLayoutVars>
          <dgm:bulletEnabled val="1"/>
        </dgm:presLayoutVars>
      </dgm:prSet>
      <dgm:spPr/>
    </dgm:pt>
    <dgm:pt modelId="{52E28B6F-87D8-4044-99C6-8AAED7C2E63F}" type="pres">
      <dgm:prSet presAssocID="{76E80F17-6494-4E11-A3F6-9EA4D2561434}" presName="sibTrans" presStyleLbl="sibTrans2D1" presStyleIdx="2" presStyleCnt="7"/>
      <dgm:spPr/>
    </dgm:pt>
    <dgm:pt modelId="{305DB1FE-D5BC-427B-B11B-263D87C27930}" type="pres">
      <dgm:prSet presAssocID="{76E80F17-6494-4E11-A3F6-9EA4D2561434}" presName="connectorText" presStyleLbl="sibTrans2D1" presStyleIdx="2" presStyleCnt="7"/>
      <dgm:spPr/>
    </dgm:pt>
    <dgm:pt modelId="{E25CE2A8-54FE-4E67-ACAB-DD097B0B31D0}" type="pres">
      <dgm:prSet presAssocID="{F106D9E2-C2E9-40F4-B748-EBBB955BF9C7}" presName="node" presStyleLbl="node1" presStyleIdx="3" presStyleCnt="8">
        <dgm:presLayoutVars>
          <dgm:bulletEnabled val="1"/>
        </dgm:presLayoutVars>
      </dgm:prSet>
      <dgm:spPr/>
    </dgm:pt>
    <dgm:pt modelId="{A37E6C2F-1692-408D-90DE-5D951D4B6A45}" type="pres">
      <dgm:prSet presAssocID="{452C3EE9-7D64-4F8D-A1CC-160681216264}" presName="sibTrans" presStyleLbl="sibTrans2D1" presStyleIdx="3" presStyleCnt="7"/>
      <dgm:spPr/>
    </dgm:pt>
    <dgm:pt modelId="{A84DE4C2-D5BE-4F65-8C08-B425C3301F24}" type="pres">
      <dgm:prSet presAssocID="{452C3EE9-7D64-4F8D-A1CC-160681216264}" presName="connectorText" presStyleLbl="sibTrans2D1" presStyleIdx="3" presStyleCnt="7"/>
      <dgm:spPr/>
    </dgm:pt>
    <dgm:pt modelId="{1CA8BA2A-9B5F-4175-9CFC-2A212A6EF054}" type="pres">
      <dgm:prSet presAssocID="{7C14EADE-9487-4D18-BD24-D48A7F480E5D}" presName="node" presStyleLbl="node1" presStyleIdx="4" presStyleCnt="8">
        <dgm:presLayoutVars>
          <dgm:bulletEnabled val="1"/>
        </dgm:presLayoutVars>
      </dgm:prSet>
      <dgm:spPr/>
    </dgm:pt>
    <dgm:pt modelId="{3AA3FBE8-4D2C-4DD0-AF43-F1783F04F945}" type="pres">
      <dgm:prSet presAssocID="{E4087435-7839-492D-B6ED-3B33EC67B8E0}" presName="sibTrans" presStyleLbl="sibTrans2D1" presStyleIdx="4" presStyleCnt="7"/>
      <dgm:spPr/>
    </dgm:pt>
    <dgm:pt modelId="{602051D5-0A4F-49CB-B251-A951058C849D}" type="pres">
      <dgm:prSet presAssocID="{E4087435-7839-492D-B6ED-3B33EC67B8E0}" presName="connectorText" presStyleLbl="sibTrans2D1" presStyleIdx="4" presStyleCnt="7"/>
      <dgm:spPr/>
    </dgm:pt>
    <dgm:pt modelId="{831D6575-4D23-4105-B7C6-34C2ED9E3C28}" type="pres">
      <dgm:prSet presAssocID="{99CF4444-374C-4241-A2FE-443C31E514B1}" presName="node" presStyleLbl="node1" presStyleIdx="5" presStyleCnt="8">
        <dgm:presLayoutVars>
          <dgm:bulletEnabled val="1"/>
        </dgm:presLayoutVars>
      </dgm:prSet>
      <dgm:spPr/>
    </dgm:pt>
    <dgm:pt modelId="{7BE53992-9655-4A48-B064-6D3C6D0016A7}" type="pres">
      <dgm:prSet presAssocID="{4192CFB1-9635-4A40-865C-E6EF00282BC8}" presName="sibTrans" presStyleLbl="sibTrans2D1" presStyleIdx="5" presStyleCnt="7"/>
      <dgm:spPr/>
    </dgm:pt>
    <dgm:pt modelId="{7E234B6C-97EC-465A-B458-46D73E5C191C}" type="pres">
      <dgm:prSet presAssocID="{4192CFB1-9635-4A40-865C-E6EF00282BC8}" presName="connectorText" presStyleLbl="sibTrans2D1" presStyleIdx="5" presStyleCnt="7"/>
      <dgm:spPr/>
    </dgm:pt>
    <dgm:pt modelId="{A4F540D3-4633-4231-92A9-1ED7EB28DD74}" type="pres">
      <dgm:prSet presAssocID="{7FA3A753-C9FA-4703-B061-FC8D992FEBB0}" presName="node" presStyleLbl="node1" presStyleIdx="6" presStyleCnt="8">
        <dgm:presLayoutVars>
          <dgm:bulletEnabled val="1"/>
        </dgm:presLayoutVars>
      </dgm:prSet>
      <dgm:spPr/>
    </dgm:pt>
    <dgm:pt modelId="{8AB2A860-ABA6-4E9F-BFBF-49568A76624F}" type="pres">
      <dgm:prSet presAssocID="{6686FF96-2141-4F7D-A5B6-521BB0D07514}" presName="sibTrans" presStyleLbl="sibTrans2D1" presStyleIdx="6" presStyleCnt="7"/>
      <dgm:spPr/>
    </dgm:pt>
    <dgm:pt modelId="{D00AE91A-F7D0-4EE8-A7B1-B36B333BDEB6}" type="pres">
      <dgm:prSet presAssocID="{6686FF96-2141-4F7D-A5B6-521BB0D07514}" presName="connectorText" presStyleLbl="sibTrans2D1" presStyleIdx="6" presStyleCnt="7"/>
      <dgm:spPr/>
    </dgm:pt>
    <dgm:pt modelId="{E9046322-88F1-4D9B-8B5A-8FC5644C8538}" type="pres">
      <dgm:prSet presAssocID="{3E415C31-0EEE-43A6-A0C7-3A9B9270E48C}" presName="node" presStyleLbl="node1" presStyleIdx="7" presStyleCnt="8">
        <dgm:presLayoutVars>
          <dgm:bulletEnabled val="1"/>
        </dgm:presLayoutVars>
      </dgm:prSet>
      <dgm:spPr/>
    </dgm:pt>
  </dgm:ptLst>
  <dgm:cxnLst>
    <dgm:cxn modelId="{D3AB5513-C1C4-46E6-9B98-17FDAAC7FDFA}" srcId="{357A27AA-63FA-4E5B-912B-91559DA4C5F7}" destId="{7C14EADE-9487-4D18-BD24-D48A7F480E5D}" srcOrd="4" destOrd="0" parTransId="{54234304-EE8E-4947-BE35-AE6994293EA6}" sibTransId="{E4087435-7839-492D-B6ED-3B33EC67B8E0}"/>
    <dgm:cxn modelId="{8205DC22-3905-4BD2-A507-4A43740D074F}" srcId="{357A27AA-63FA-4E5B-912B-91559DA4C5F7}" destId="{99CF4444-374C-4241-A2FE-443C31E514B1}" srcOrd="5" destOrd="0" parTransId="{23204C6F-5F2E-484E-9AC5-71E3B36BB3C2}" sibTransId="{4192CFB1-9635-4A40-865C-E6EF00282BC8}"/>
    <dgm:cxn modelId="{C7E63C24-45FA-47F8-97B9-63099027C6E2}" type="presOf" srcId="{6686FF96-2141-4F7D-A5B6-521BB0D07514}" destId="{D00AE91A-F7D0-4EE8-A7B1-B36B333BDEB6}" srcOrd="1" destOrd="0" presId="urn:microsoft.com/office/officeart/2005/8/layout/process2"/>
    <dgm:cxn modelId="{C6750725-2B09-4212-B436-AF9CFA161C68}" type="presOf" srcId="{D6FE3ACF-BBB5-4234-A887-5E44F8B10503}" destId="{A24BA902-2A4B-4F7F-B61E-29A5BDAE5E94}" srcOrd="1" destOrd="0" presId="urn:microsoft.com/office/officeart/2005/8/layout/process2"/>
    <dgm:cxn modelId="{73A14228-87D8-4003-853C-4F08A69319A7}" srcId="{357A27AA-63FA-4E5B-912B-91559DA4C5F7}" destId="{25025CD9-5C0E-49F8-9294-974573E247CC}" srcOrd="2" destOrd="0" parTransId="{C6E97169-3BCB-495E-B538-576E419EEAD2}" sibTransId="{76E80F17-6494-4E11-A3F6-9EA4D2561434}"/>
    <dgm:cxn modelId="{F5DD6860-AA73-443D-889B-5A8F1FAE82BF}" type="presOf" srcId="{452C3EE9-7D64-4F8D-A1CC-160681216264}" destId="{A84DE4C2-D5BE-4F65-8C08-B425C3301F24}" srcOrd="1" destOrd="0" presId="urn:microsoft.com/office/officeart/2005/8/layout/process2"/>
    <dgm:cxn modelId="{6F90A142-0F65-46B9-8F80-A05E01DD09EB}" type="presOf" srcId="{452C3EE9-7D64-4F8D-A1CC-160681216264}" destId="{A37E6C2F-1692-408D-90DE-5D951D4B6A45}" srcOrd="0" destOrd="0" presId="urn:microsoft.com/office/officeart/2005/8/layout/process2"/>
    <dgm:cxn modelId="{67F0EB6B-D40B-4990-8C9F-D596DAFF5C8B}" type="presOf" srcId="{7FA3A753-C9FA-4703-B061-FC8D992FEBB0}" destId="{A4F540D3-4633-4231-92A9-1ED7EB28DD74}" srcOrd="0" destOrd="0" presId="urn:microsoft.com/office/officeart/2005/8/layout/process2"/>
    <dgm:cxn modelId="{06A2FB4D-2360-4095-BE96-5D0C97A8DAB7}" srcId="{357A27AA-63FA-4E5B-912B-91559DA4C5F7}" destId="{2614EB52-C37F-4B8B-A3EC-3812956B3C87}" srcOrd="1" destOrd="0" parTransId="{F185FC7E-42C2-4B7A-B7E1-FB9D0F716895}" sibTransId="{2B5963A7-7D92-4E37-A653-0446FDE0ABD2}"/>
    <dgm:cxn modelId="{21464150-8D75-4F2B-B443-4C0EE24C0329}" type="presOf" srcId="{E4087435-7839-492D-B6ED-3B33EC67B8E0}" destId="{602051D5-0A4F-49CB-B251-A951058C849D}" srcOrd="1" destOrd="0" presId="urn:microsoft.com/office/officeart/2005/8/layout/process2"/>
    <dgm:cxn modelId="{1AB92C54-683A-40F2-ADCB-27FB711DFDFB}" type="presOf" srcId="{99CF4444-374C-4241-A2FE-443C31E514B1}" destId="{831D6575-4D23-4105-B7C6-34C2ED9E3C28}" srcOrd="0" destOrd="0" presId="urn:microsoft.com/office/officeart/2005/8/layout/process2"/>
    <dgm:cxn modelId="{9C791355-0734-47C9-87D6-32743101BB61}" srcId="{357A27AA-63FA-4E5B-912B-91559DA4C5F7}" destId="{3E415C31-0EEE-43A6-A0C7-3A9B9270E48C}" srcOrd="7" destOrd="0" parTransId="{BA496082-EA44-471A-9170-E7F5C62CFB84}" sibTransId="{DD37A722-D2DD-4935-9F0D-380BC69C3046}"/>
    <dgm:cxn modelId="{A4927978-A067-466C-B40D-B5F50919A0AE}" type="presOf" srcId="{25025CD9-5C0E-49F8-9294-974573E247CC}" destId="{BE9362B2-4896-41B0-B4C1-BAB001A9AD8B}" srcOrd="0" destOrd="0" presId="urn:microsoft.com/office/officeart/2005/8/layout/process2"/>
    <dgm:cxn modelId="{367D857B-5638-4205-831F-670910999950}" srcId="{357A27AA-63FA-4E5B-912B-91559DA4C5F7}" destId="{F106D9E2-C2E9-40F4-B748-EBBB955BF9C7}" srcOrd="3" destOrd="0" parTransId="{A7CD6640-6B21-4210-ADA9-56DD47DC3198}" sibTransId="{452C3EE9-7D64-4F8D-A1CC-160681216264}"/>
    <dgm:cxn modelId="{4630C37D-BCDD-4E71-A99E-CCD37B94F679}" type="presOf" srcId="{7C14EADE-9487-4D18-BD24-D48A7F480E5D}" destId="{1CA8BA2A-9B5F-4175-9CFC-2A212A6EF054}" srcOrd="0" destOrd="0" presId="urn:microsoft.com/office/officeart/2005/8/layout/process2"/>
    <dgm:cxn modelId="{35284A91-8128-4D4A-8712-DA48B93762EA}" srcId="{357A27AA-63FA-4E5B-912B-91559DA4C5F7}" destId="{30A0ADA6-657E-49FE-AD8E-141B3A6039F2}" srcOrd="0" destOrd="0" parTransId="{C936573B-2589-4011-A498-F4915152E6F9}" sibTransId="{D6FE3ACF-BBB5-4234-A887-5E44F8B10503}"/>
    <dgm:cxn modelId="{B6EDA192-E567-4D4E-AD48-D0E3167210A7}" type="presOf" srcId="{6686FF96-2141-4F7D-A5B6-521BB0D07514}" destId="{8AB2A860-ABA6-4E9F-BFBF-49568A76624F}" srcOrd="0" destOrd="0" presId="urn:microsoft.com/office/officeart/2005/8/layout/process2"/>
    <dgm:cxn modelId="{0D635398-6E01-4300-A1D5-E8C75BD1F0DB}" type="presOf" srcId="{2B5963A7-7D92-4E37-A653-0446FDE0ABD2}" destId="{83CDDEB7-0E48-4A45-BD0E-A0E4ACA8A272}" srcOrd="0" destOrd="0" presId="urn:microsoft.com/office/officeart/2005/8/layout/process2"/>
    <dgm:cxn modelId="{7D6650AB-150C-47C5-AC6D-F600B6235ADB}" type="presOf" srcId="{76E80F17-6494-4E11-A3F6-9EA4D2561434}" destId="{305DB1FE-D5BC-427B-B11B-263D87C27930}" srcOrd="1" destOrd="0" presId="urn:microsoft.com/office/officeart/2005/8/layout/process2"/>
    <dgm:cxn modelId="{3F237FAF-4CF1-405E-881E-F05CFAA3256A}" type="presOf" srcId="{4192CFB1-9635-4A40-865C-E6EF00282BC8}" destId="{7E234B6C-97EC-465A-B458-46D73E5C191C}" srcOrd="1" destOrd="0" presId="urn:microsoft.com/office/officeart/2005/8/layout/process2"/>
    <dgm:cxn modelId="{9263E3B6-5877-48E7-AF47-187C1FE281F2}" type="presOf" srcId="{2B5963A7-7D92-4E37-A653-0446FDE0ABD2}" destId="{B43FED2D-BFD3-43D3-B702-E96160B1440F}" srcOrd="1" destOrd="0" presId="urn:microsoft.com/office/officeart/2005/8/layout/process2"/>
    <dgm:cxn modelId="{0DB2BFBA-BEE7-4873-9CF0-941554E4CC84}" type="presOf" srcId="{3E415C31-0EEE-43A6-A0C7-3A9B9270E48C}" destId="{E9046322-88F1-4D9B-8B5A-8FC5644C8538}" srcOrd="0" destOrd="0" presId="urn:microsoft.com/office/officeart/2005/8/layout/process2"/>
    <dgm:cxn modelId="{112E61BD-FB56-462D-AAB4-A4DE131F4C93}" type="presOf" srcId="{357A27AA-63FA-4E5B-912B-91559DA4C5F7}" destId="{996B4E23-F90E-4BC4-8FC5-CF3A4FAC93EA}" srcOrd="0" destOrd="0" presId="urn:microsoft.com/office/officeart/2005/8/layout/process2"/>
    <dgm:cxn modelId="{1A1EC0C1-C04E-4A2F-BF03-69D9B650774D}" type="presOf" srcId="{30A0ADA6-657E-49FE-AD8E-141B3A6039F2}" destId="{AD929ED9-E957-4C1D-A6E0-6E702BAC4B27}" srcOrd="0" destOrd="0" presId="urn:microsoft.com/office/officeart/2005/8/layout/process2"/>
    <dgm:cxn modelId="{47A433D4-311F-4B84-84A2-D593198EE246}" type="presOf" srcId="{D6FE3ACF-BBB5-4234-A887-5E44F8B10503}" destId="{8E8E6F5D-84E9-4F93-98F0-A535D60FF0BD}" srcOrd="0" destOrd="0" presId="urn:microsoft.com/office/officeart/2005/8/layout/process2"/>
    <dgm:cxn modelId="{D42037D5-791E-424A-A9A2-98CFA85D28A3}" type="presOf" srcId="{4192CFB1-9635-4A40-865C-E6EF00282BC8}" destId="{7BE53992-9655-4A48-B064-6D3C6D0016A7}" srcOrd="0" destOrd="0" presId="urn:microsoft.com/office/officeart/2005/8/layout/process2"/>
    <dgm:cxn modelId="{A76008D9-FBB4-4835-8B15-26205C4137F9}" type="presOf" srcId="{76E80F17-6494-4E11-A3F6-9EA4D2561434}" destId="{52E28B6F-87D8-4044-99C6-8AAED7C2E63F}" srcOrd="0" destOrd="0" presId="urn:microsoft.com/office/officeart/2005/8/layout/process2"/>
    <dgm:cxn modelId="{01B97ADD-27FB-4DAD-BCC4-32FCFF1C803B}" srcId="{357A27AA-63FA-4E5B-912B-91559DA4C5F7}" destId="{7FA3A753-C9FA-4703-B061-FC8D992FEBB0}" srcOrd="6" destOrd="0" parTransId="{DEE1808A-C2BB-4F5E-9E57-622DA34B80A5}" sibTransId="{6686FF96-2141-4F7D-A5B6-521BB0D07514}"/>
    <dgm:cxn modelId="{17EA52ED-CF3E-4D26-A353-714313D52665}" type="presOf" srcId="{F106D9E2-C2E9-40F4-B748-EBBB955BF9C7}" destId="{E25CE2A8-54FE-4E67-ACAB-DD097B0B31D0}" srcOrd="0" destOrd="0" presId="urn:microsoft.com/office/officeart/2005/8/layout/process2"/>
    <dgm:cxn modelId="{8EE52EEE-F241-4188-9A02-6EE56CCDF939}" type="presOf" srcId="{E4087435-7839-492D-B6ED-3B33EC67B8E0}" destId="{3AA3FBE8-4D2C-4DD0-AF43-F1783F04F945}" srcOrd="0" destOrd="0" presId="urn:microsoft.com/office/officeart/2005/8/layout/process2"/>
    <dgm:cxn modelId="{E94E02F3-94EE-4834-9A39-83E16EF1965B}" type="presOf" srcId="{2614EB52-C37F-4B8B-A3EC-3812956B3C87}" destId="{10FC4A03-2079-4075-9C6D-866DDDA2E9DA}" srcOrd="0" destOrd="0" presId="urn:microsoft.com/office/officeart/2005/8/layout/process2"/>
    <dgm:cxn modelId="{15312DCD-8D3B-406F-B641-3F4D9CC1B753}" type="presParOf" srcId="{996B4E23-F90E-4BC4-8FC5-CF3A4FAC93EA}" destId="{AD929ED9-E957-4C1D-A6E0-6E702BAC4B27}" srcOrd="0" destOrd="0" presId="urn:microsoft.com/office/officeart/2005/8/layout/process2"/>
    <dgm:cxn modelId="{5686F35C-F633-4DEF-B60C-828C8E203F2B}" type="presParOf" srcId="{996B4E23-F90E-4BC4-8FC5-CF3A4FAC93EA}" destId="{8E8E6F5D-84E9-4F93-98F0-A535D60FF0BD}" srcOrd="1" destOrd="0" presId="urn:microsoft.com/office/officeart/2005/8/layout/process2"/>
    <dgm:cxn modelId="{B60ED38D-A92B-4177-87A0-59FD4375C77E}" type="presParOf" srcId="{8E8E6F5D-84E9-4F93-98F0-A535D60FF0BD}" destId="{A24BA902-2A4B-4F7F-B61E-29A5BDAE5E94}" srcOrd="0" destOrd="0" presId="urn:microsoft.com/office/officeart/2005/8/layout/process2"/>
    <dgm:cxn modelId="{01AA1A93-DF2D-4707-8FD0-2413EDFE5F3E}" type="presParOf" srcId="{996B4E23-F90E-4BC4-8FC5-CF3A4FAC93EA}" destId="{10FC4A03-2079-4075-9C6D-866DDDA2E9DA}" srcOrd="2" destOrd="0" presId="urn:microsoft.com/office/officeart/2005/8/layout/process2"/>
    <dgm:cxn modelId="{5AE0D48E-2C6D-460D-BC4B-CEBAC9F8BB94}" type="presParOf" srcId="{996B4E23-F90E-4BC4-8FC5-CF3A4FAC93EA}" destId="{83CDDEB7-0E48-4A45-BD0E-A0E4ACA8A272}" srcOrd="3" destOrd="0" presId="urn:microsoft.com/office/officeart/2005/8/layout/process2"/>
    <dgm:cxn modelId="{E485BD0A-FD64-4B23-8593-43F3670E5807}" type="presParOf" srcId="{83CDDEB7-0E48-4A45-BD0E-A0E4ACA8A272}" destId="{B43FED2D-BFD3-43D3-B702-E96160B1440F}" srcOrd="0" destOrd="0" presId="urn:microsoft.com/office/officeart/2005/8/layout/process2"/>
    <dgm:cxn modelId="{198191B5-EE68-43D5-BDF6-9EC7228AE705}" type="presParOf" srcId="{996B4E23-F90E-4BC4-8FC5-CF3A4FAC93EA}" destId="{BE9362B2-4896-41B0-B4C1-BAB001A9AD8B}" srcOrd="4" destOrd="0" presId="urn:microsoft.com/office/officeart/2005/8/layout/process2"/>
    <dgm:cxn modelId="{9168424C-2577-4C48-9875-0028D51F934A}" type="presParOf" srcId="{996B4E23-F90E-4BC4-8FC5-CF3A4FAC93EA}" destId="{52E28B6F-87D8-4044-99C6-8AAED7C2E63F}" srcOrd="5" destOrd="0" presId="urn:microsoft.com/office/officeart/2005/8/layout/process2"/>
    <dgm:cxn modelId="{6131CEA9-A44D-4273-B615-30F1C944CB9C}" type="presParOf" srcId="{52E28B6F-87D8-4044-99C6-8AAED7C2E63F}" destId="{305DB1FE-D5BC-427B-B11B-263D87C27930}" srcOrd="0" destOrd="0" presId="urn:microsoft.com/office/officeart/2005/8/layout/process2"/>
    <dgm:cxn modelId="{6DEC63CD-9078-400B-8F54-A972EA94A90D}" type="presParOf" srcId="{996B4E23-F90E-4BC4-8FC5-CF3A4FAC93EA}" destId="{E25CE2A8-54FE-4E67-ACAB-DD097B0B31D0}" srcOrd="6" destOrd="0" presId="urn:microsoft.com/office/officeart/2005/8/layout/process2"/>
    <dgm:cxn modelId="{7D665922-67E7-49FA-9B68-CD7B20EA88FF}" type="presParOf" srcId="{996B4E23-F90E-4BC4-8FC5-CF3A4FAC93EA}" destId="{A37E6C2F-1692-408D-90DE-5D951D4B6A45}" srcOrd="7" destOrd="0" presId="urn:microsoft.com/office/officeart/2005/8/layout/process2"/>
    <dgm:cxn modelId="{A565FD53-D56C-4BEB-A6C5-2C627D24417A}" type="presParOf" srcId="{A37E6C2F-1692-408D-90DE-5D951D4B6A45}" destId="{A84DE4C2-D5BE-4F65-8C08-B425C3301F24}" srcOrd="0" destOrd="0" presId="urn:microsoft.com/office/officeart/2005/8/layout/process2"/>
    <dgm:cxn modelId="{1E7C9BF6-1ACB-43C7-B459-CFF2A73C460B}" type="presParOf" srcId="{996B4E23-F90E-4BC4-8FC5-CF3A4FAC93EA}" destId="{1CA8BA2A-9B5F-4175-9CFC-2A212A6EF054}" srcOrd="8" destOrd="0" presId="urn:microsoft.com/office/officeart/2005/8/layout/process2"/>
    <dgm:cxn modelId="{63FAE301-4C25-4FB1-B95F-A4C54084EC24}" type="presParOf" srcId="{996B4E23-F90E-4BC4-8FC5-CF3A4FAC93EA}" destId="{3AA3FBE8-4D2C-4DD0-AF43-F1783F04F945}" srcOrd="9" destOrd="0" presId="urn:microsoft.com/office/officeart/2005/8/layout/process2"/>
    <dgm:cxn modelId="{2C781F04-F966-46FD-8C45-97C308E12014}" type="presParOf" srcId="{3AA3FBE8-4D2C-4DD0-AF43-F1783F04F945}" destId="{602051D5-0A4F-49CB-B251-A951058C849D}" srcOrd="0" destOrd="0" presId="urn:microsoft.com/office/officeart/2005/8/layout/process2"/>
    <dgm:cxn modelId="{69A6DAD5-C255-45B5-9BD5-4668E583E3E8}" type="presParOf" srcId="{996B4E23-F90E-4BC4-8FC5-CF3A4FAC93EA}" destId="{831D6575-4D23-4105-B7C6-34C2ED9E3C28}" srcOrd="10" destOrd="0" presId="urn:microsoft.com/office/officeart/2005/8/layout/process2"/>
    <dgm:cxn modelId="{97E7E2EE-3D87-4FF6-97D0-FCC1DE1FFF82}" type="presParOf" srcId="{996B4E23-F90E-4BC4-8FC5-CF3A4FAC93EA}" destId="{7BE53992-9655-4A48-B064-6D3C6D0016A7}" srcOrd="11" destOrd="0" presId="urn:microsoft.com/office/officeart/2005/8/layout/process2"/>
    <dgm:cxn modelId="{D74996C8-6F72-4A84-9348-4FE4BE10E7AE}" type="presParOf" srcId="{7BE53992-9655-4A48-B064-6D3C6D0016A7}" destId="{7E234B6C-97EC-465A-B458-46D73E5C191C}" srcOrd="0" destOrd="0" presId="urn:microsoft.com/office/officeart/2005/8/layout/process2"/>
    <dgm:cxn modelId="{B17F9320-36FD-4CF9-8E79-4E21BE3C0A44}" type="presParOf" srcId="{996B4E23-F90E-4BC4-8FC5-CF3A4FAC93EA}" destId="{A4F540D3-4633-4231-92A9-1ED7EB28DD74}" srcOrd="12" destOrd="0" presId="urn:microsoft.com/office/officeart/2005/8/layout/process2"/>
    <dgm:cxn modelId="{865594CD-0495-4362-B303-1473905F686D}" type="presParOf" srcId="{996B4E23-F90E-4BC4-8FC5-CF3A4FAC93EA}" destId="{8AB2A860-ABA6-4E9F-BFBF-49568A76624F}" srcOrd="13" destOrd="0" presId="urn:microsoft.com/office/officeart/2005/8/layout/process2"/>
    <dgm:cxn modelId="{E04A58F3-50C0-48C8-836C-3B9718B4F630}" type="presParOf" srcId="{8AB2A860-ABA6-4E9F-BFBF-49568A76624F}" destId="{D00AE91A-F7D0-4EE8-A7B1-B36B333BDEB6}" srcOrd="0" destOrd="0" presId="urn:microsoft.com/office/officeart/2005/8/layout/process2"/>
    <dgm:cxn modelId="{E1FB990E-7065-4D37-B107-E0CBF2A5375F}" type="presParOf" srcId="{996B4E23-F90E-4BC4-8FC5-CF3A4FAC93EA}" destId="{E9046322-88F1-4D9B-8B5A-8FC5644C8538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0F17F-90D1-476A-AB56-BBD74E1F5A89}">
      <dsp:nvSpPr>
        <dsp:cNvPr id="0" name=""/>
        <dsp:cNvSpPr/>
      </dsp:nvSpPr>
      <dsp:spPr>
        <a:xfrm>
          <a:off x="837748" y="1409"/>
          <a:ext cx="1668838" cy="5244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AMFI</a:t>
          </a:r>
        </a:p>
      </dsp:txBody>
      <dsp:txXfrm>
        <a:off x="853108" y="16769"/>
        <a:ext cx="1638118" cy="493700"/>
      </dsp:txXfrm>
    </dsp:sp>
    <dsp:sp modelId="{1CA1B44F-314A-449E-BB45-9BE5F059B1B0}">
      <dsp:nvSpPr>
        <dsp:cNvPr id="0" name=""/>
        <dsp:cNvSpPr/>
      </dsp:nvSpPr>
      <dsp:spPr>
        <a:xfrm rot="5400000">
          <a:off x="1573838" y="538941"/>
          <a:ext cx="196657" cy="2359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601371" y="558607"/>
        <a:ext cx="141593" cy="137660"/>
      </dsp:txXfrm>
    </dsp:sp>
    <dsp:sp modelId="{3E548CC2-0FF4-4AB2-AAA2-CB96CDBF40E8}">
      <dsp:nvSpPr>
        <dsp:cNvPr id="0" name=""/>
        <dsp:cNvSpPr/>
      </dsp:nvSpPr>
      <dsp:spPr>
        <a:xfrm>
          <a:off x="837748" y="788040"/>
          <a:ext cx="1668838" cy="5244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mfapi.in</a:t>
          </a:r>
        </a:p>
      </dsp:txBody>
      <dsp:txXfrm>
        <a:off x="853108" y="803400"/>
        <a:ext cx="1638118" cy="493700"/>
      </dsp:txXfrm>
    </dsp:sp>
    <dsp:sp modelId="{F48808D7-1F77-42C6-A032-B1A5DF0E11AF}">
      <dsp:nvSpPr>
        <dsp:cNvPr id="0" name=""/>
        <dsp:cNvSpPr/>
      </dsp:nvSpPr>
      <dsp:spPr>
        <a:xfrm rot="5400000">
          <a:off x="1573838" y="1325572"/>
          <a:ext cx="196657" cy="2359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601371" y="1345238"/>
        <a:ext cx="141593" cy="137660"/>
      </dsp:txXfrm>
    </dsp:sp>
    <dsp:sp modelId="{A9D8EDA5-9E3A-4CA6-A1D1-507A2508E789}">
      <dsp:nvSpPr>
        <dsp:cNvPr id="0" name=""/>
        <dsp:cNvSpPr/>
      </dsp:nvSpPr>
      <dsp:spPr>
        <a:xfrm>
          <a:off x="837748" y="1574672"/>
          <a:ext cx="1668838" cy="5244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NSE / BSE</a:t>
          </a:r>
        </a:p>
      </dsp:txBody>
      <dsp:txXfrm>
        <a:off x="853108" y="1590032"/>
        <a:ext cx="1638118" cy="493700"/>
      </dsp:txXfrm>
    </dsp:sp>
    <dsp:sp modelId="{D4B864A0-AD58-4E5B-81C8-A720D87A8D24}">
      <dsp:nvSpPr>
        <dsp:cNvPr id="0" name=""/>
        <dsp:cNvSpPr/>
      </dsp:nvSpPr>
      <dsp:spPr>
        <a:xfrm rot="5400000">
          <a:off x="1573838" y="2112203"/>
          <a:ext cx="196657" cy="2359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1601371" y="2131869"/>
        <a:ext cx="141593" cy="137660"/>
      </dsp:txXfrm>
    </dsp:sp>
    <dsp:sp modelId="{F76765AF-83BA-4934-8D84-3E263ACE2432}">
      <dsp:nvSpPr>
        <dsp:cNvPr id="0" name=""/>
        <dsp:cNvSpPr/>
      </dsp:nvSpPr>
      <dsp:spPr>
        <a:xfrm>
          <a:off x="837748" y="2361303"/>
          <a:ext cx="1668838" cy="5244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CSV Datasets</a:t>
          </a:r>
        </a:p>
      </dsp:txBody>
      <dsp:txXfrm>
        <a:off x="853108" y="2376663"/>
        <a:ext cx="1638118" cy="493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29ED9-E957-4C1D-A6E0-6E702BAC4B27}">
      <dsp:nvSpPr>
        <dsp:cNvPr id="0" name=""/>
        <dsp:cNvSpPr/>
      </dsp:nvSpPr>
      <dsp:spPr>
        <a:xfrm>
          <a:off x="1544058" y="1047"/>
          <a:ext cx="1492349" cy="37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Raw Data Sources</a:t>
          </a:r>
        </a:p>
      </dsp:txBody>
      <dsp:txXfrm>
        <a:off x="1554985" y="11974"/>
        <a:ext cx="1470495" cy="351233"/>
      </dsp:txXfrm>
    </dsp:sp>
    <dsp:sp modelId="{8E8E6F5D-84E9-4F93-98F0-A535D60FF0BD}">
      <dsp:nvSpPr>
        <dsp:cNvPr id="0" name=""/>
        <dsp:cNvSpPr/>
      </dsp:nvSpPr>
      <dsp:spPr>
        <a:xfrm rot="5400000">
          <a:off x="2220279" y="383462"/>
          <a:ext cx="139907" cy="167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2239866" y="397453"/>
        <a:ext cx="100733" cy="97935"/>
      </dsp:txXfrm>
    </dsp:sp>
    <dsp:sp modelId="{10FC4A03-2079-4075-9C6D-866DDDA2E9DA}">
      <dsp:nvSpPr>
        <dsp:cNvPr id="0" name=""/>
        <dsp:cNvSpPr/>
      </dsp:nvSpPr>
      <dsp:spPr>
        <a:xfrm>
          <a:off x="1544058" y="560678"/>
          <a:ext cx="1492349" cy="37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Data Cleaning</a:t>
          </a:r>
        </a:p>
      </dsp:txBody>
      <dsp:txXfrm>
        <a:off x="1554985" y="571605"/>
        <a:ext cx="1470495" cy="351233"/>
      </dsp:txXfrm>
    </dsp:sp>
    <dsp:sp modelId="{83CDDEB7-0E48-4A45-BD0E-A0E4ACA8A272}">
      <dsp:nvSpPr>
        <dsp:cNvPr id="0" name=""/>
        <dsp:cNvSpPr/>
      </dsp:nvSpPr>
      <dsp:spPr>
        <a:xfrm rot="5400000">
          <a:off x="2220279" y="943093"/>
          <a:ext cx="139907" cy="167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2239866" y="957084"/>
        <a:ext cx="100733" cy="97935"/>
      </dsp:txXfrm>
    </dsp:sp>
    <dsp:sp modelId="{BE9362B2-4896-41B0-B4C1-BAB001A9AD8B}">
      <dsp:nvSpPr>
        <dsp:cNvPr id="0" name=""/>
        <dsp:cNvSpPr/>
      </dsp:nvSpPr>
      <dsp:spPr>
        <a:xfrm>
          <a:off x="1544058" y="1120309"/>
          <a:ext cx="1492349" cy="37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Processed CSV Files</a:t>
          </a:r>
        </a:p>
      </dsp:txBody>
      <dsp:txXfrm>
        <a:off x="1554985" y="1131236"/>
        <a:ext cx="1470495" cy="351233"/>
      </dsp:txXfrm>
    </dsp:sp>
    <dsp:sp modelId="{52E28B6F-87D8-4044-99C6-8AAED7C2E63F}">
      <dsp:nvSpPr>
        <dsp:cNvPr id="0" name=""/>
        <dsp:cNvSpPr/>
      </dsp:nvSpPr>
      <dsp:spPr>
        <a:xfrm rot="5400000">
          <a:off x="2220279" y="1502724"/>
          <a:ext cx="139907" cy="167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2239866" y="1516715"/>
        <a:ext cx="100733" cy="97935"/>
      </dsp:txXfrm>
    </dsp:sp>
    <dsp:sp modelId="{E25CE2A8-54FE-4E67-ACAB-DD097B0B31D0}">
      <dsp:nvSpPr>
        <dsp:cNvPr id="0" name=""/>
        <dsp:cNvSpPr/>
      </dsp:nvSpPr>
      <dsp:spPr>
        <a:xfrm>
          <a:off x="1544058" y="1679940"/>
          <a:ext cx="1492349" cy="37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SQLite Database</a:t>
          </a:r>
        </a:p>
      </dsp:txBody>
      <dsp:txXfrm>
        <a:off x="1554985" y="1690867"/>
        <a:ext cx="1470495" cy="351233"/>
      </dsp:txXfrm>
    </dsp:sp>
    <dsp:sp modelId="{A37E6C2F-1692-408D-90DE-5D951D4B6A45}">
      <dsp:nvSpPr>
        <dsp:cNvPr id="0" name=""/>
        <dsp:cNvSpPr/>
      </dsp:nvSpPr>
      <dsp:spPr>
        <a:xfrm rot="5400000">
          <a:off x="2220279" y="2062355"/>
          <a:ext cx="139907" cy="167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2239866" y="2076346"/>
        <a:ext cx="100733" cy="97935"/>
      </dsp:txXfrm>
    </dsp:sp>
    <dsp:sp modelId="{1CA8BA2A-9B5F-4175-9CFC-2A212A6EF054}">
      <dsp:nvSpPr>
        <dsp:cNvPr id="0" name=""/>
        <dsp:cNvSpPr/>
      </dsp:nvSpPr>
      <dsp:spPr>
        <a:xfrm>
          <a:off x="1544058" y="2239571"/>
          <a:ext cx="1492349" cy="37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EDA Analysis</a:t>
          </a:r>
        </a:p>
      </dsp:txBody>
      <dsp:txXfrm>
        <a:off x="1554985" y="2250498"/>
        <a:ext cx="1470495" cy="351233"/>
      </dsp:txXfrm>
    </dsp:sp>
    <dsp:sp modelId="{3AA3FBE8-4D2C-4DD0-AF43-F1783F04F945}">
      <dsp:nvSpPr>
        <dsp:cNvPr id="0" name=""/>
        <dsp:cNvSpPr/>
      </dsp:nvSpPr>
      <dsp:spPr>
        <a:xfrm rot="5400000">
          <a:off x="2220279" y="2621986"/>
          <a:ext cx="139907" cy="167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2239866" y="2635977"/>
        <a:ext cx="100733" cy="97935"/>
      </dsp:txXfrm>
    </dsp:sp>
    <dsp:sp modelId="{831D6575-4D23-4105-B7C6-34C2ED9E3C28}">
      <dsp:nvSpPr>
        <dsp:cNvPr id="0" name=""/>
        <dsp:cNvSpPr/>
      </dsp:nvSpPr>
      <dsp:spPr>
        <a:xfrm>
          <a:off x="1544058" y="2799202"/>
          <a:ext cx="1492349" cy="37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Performance Analytics</a:t>
          </a:r>
        </a:p>
      </dsp:txBody>
      <dsp:txXfrm>
        <a:off x="1554985" y="2810129"/>
        <a:ext cx="1470495" cy="351233"/>
      </dsp:txXfrm>
    </dsp:sp>
    <dsp:sp modelId="{7BE53992-9655-4A48-B064-6D3C6D0016A7}">
      <dsp:nvSpPr>
        <dsp:cNvPr id="0" name=""/>
        <dsp:cNvSpPr/>
      </dsp:nvSpPr>
      <dsp:spPr>
        <a:xfrm rot="5400000">
          <a:off x="2220279" y="3181617"/>
          <a:ext cx="139907" cy="167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2239866" y="3195608"/>
        <a:ext cx="100733" cy="97935"/>
      </dsp:txXfrm>
    </dsp:sp>
    <dsp:sp modelId="{A4F540D3-4633-4231-92A9-1ED7EB28DD74}">
      <dsp:nvSpPr>
        <dsp:cNvPr id="0" name=""/>
        <dsp:cNvSpPr/>
      </dsp:nvSpPr>
      <dsp:spPr>
        <a:xfrm>
          <a:off x="1544058" y="3358833"/>
          <a:ext cx="1492349" cy="37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Advanced Analytics</a:t>
          </a:r>
        </a:p>
      </dsp:txBody>
      <dsp:txXfrm>
        <a:off x="1554985" y="3369760"/>
        <a:ext cx="1470495" cy="351233"/>
      </dsp:txXfrm>
    </dsp:sp>
    <dsp:sp modelId="{8AB2A860-ABA6-4E9F-BFBF-49568A76624F}">
      <dsp:nvSpPr>
        <dsp:cNvPr id="0" name=""/>
        <dsp:cNvSpPr/>
      </dsp:nvSpPr>
      <dsp:spPr>
        <a:xfrm rot="5400000">
          <a:off x="2220279" y="3741248"/>
          <a:ext cx="139907" cy="1678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-5400000">
        <a:off x="2239866" y="3755239"/>
        <a:ext cx="100733" cy="97935"/>
      </dsp:txXfrm>
    </dsp:sp>
    <dsp:sp modelId="{E9046322-88F1-4D9B-8B5A-8FC5644C8538}">
      <dsp:nvSpPr>
        <dsp:cNvPr id="0" name=""/>
        <dsp:cNvSpPr/>
      </dsp:nvSpPr>
      <dsp:spPr>
        <a:xfrm>
          <a:off x="1544058" y="3918464"/>
          <a:ext cx="1492349" cy="3730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/>
            <a:t>Power BI Dashboard</a:t>
          </a:r>
        </a:p>
      </dsp:txBody>
      <dsp:txXfrm>
        <a:off x="1554985" y="3929391"/>
        <a:ext cx="1470495" cy="351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729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0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55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6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64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1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2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90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63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9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257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943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96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69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383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408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544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05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44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14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54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930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43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053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299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709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94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1049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304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13551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60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8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2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9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3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dirty="0" err="1"/>
              <a:t>Bluestock</a:t>
            </a:r>
            <a:r>
              <a:rPr sz="3000" dirty="0"/>
              <a:t> Mutual Fund Analytics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30605"/>
            <a:ext cx="5308866" cy="1445373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Viyyapu Vinay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B.Tech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CSE (AI &amp; ML), ANITS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Mail: viyyapuvinay939@gmail.com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35F31-8201-4D1D-9286-951F10FC2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526" y="1540933"/>
            <a:ext cx="813774" cy="6265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394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Mutual fund data is scattered across multiple sources such as NAV history, AUM reports, SIP inflows, benchmark indices, and investor transactions. Investors and analysts need a unified analytics platform for better decision-making.</a:t>
            </a:r>
          </a:p>
          <a:p>
            <a:pPr marL="0" indent="0">
              <a:buNone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Build ETL pipeline </a:t>
            </a:r>
          </a:p>
          <a:p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Clean and validate data </a:t>
            </a:r>
          </a:p>
          <a:p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Perform Exploratory Data Analysis </a:t>
            </a:r>
          </a:p>
          <a:p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Compute performance metrics </a:t>
            </a:r>
          </a:p>
          <a:p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Develop Power BI dashboard </a:t>
            </a:r>
          </a:p>
          <a:p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Generate advanced risk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0471" y="726532"/>
            <a:ext cx="7704667" cy="1083733"/>
          </a:xfrm>
        </p:spPr>
        <p:txBody>
          <a:bodyPr>
            <a:normAutofit/>
          </a:bodyPr>
          <a:lstStyle/>
          <a:p>
            <a:r>
              <a:rPr sz="3000" b="1"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0471" y="1727203"/>
            <a:ext cx="6697135" cy="4546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Datasets Included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Fund Master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NAV History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AUM by Fund House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Monthly SIP Inflows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Category Inflows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Industry Folio Count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Scheme Performance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Investor Transactions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Portfolio Holdings 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Benchmark Indices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AC480BA-146A-B9AD-18B9-1A1EA6F17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793538"/>
              </p:ext>
            </p:extLst>
          </p:nvPr>
        </p:nvGraphicFramePr>
        <p:xfrm>
          <a:off x="5342465" y="2598466"/>
          <a:ext cx="3344335" cy="2887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9A565A-3C33-5069-AFFE-F679C9132749}"/>
              </a:ext>
            </a:extLst>
          </p:cNvPr>
          <p:cNvSpPr txBox="1"/>
          <p:nvPr/>
        </p:nvSpPr>
        <p:spPr>
          <a:xfrm>
            <a:off x="5935134" y="1835033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Sources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5915" y="1905000"/>
            <a:ext cx="3241951" cy="3530600"/>
          </a:xfrm>
        </p:spPr>
        <p:txBody>
          <a:bodyPr/>
          <a:lstStyle/>
          <a:p>
            <a:r>
              <a:rPr dirty="0"/>
              <a:t>Raw Data → Cleaning → Processed Data → SQLite → EDA → Performance Analytics → Advanced Analytics → Dashboard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00B1E17-BC83-17F8-5421-ADC022935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551047"/>
              </p:ext>
            </p:extLst>
          </p:nvPr>
        </p:nvGraphicFramePr>
        <p:xfrm>
          <a:off x="5037669" y="1727200"/>
          <a:ext cx="4580466" cy="429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90033"/>
            <a:ext cx="6589199" cy="905934"/>
          </a:xfrm>
        </p:spPr>
        <p:txBody>
          <a:bodyPr>
            <a:normAutofit/>
          </a:bodyPr>
          <a:lstStyle/>
          <a:p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EDA Highlights - Industry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143000"/>
            <a:ext cx="6591985" cy="25908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Key Findings</a:t>
            </a:r>
          </a:p>
          <a:p>
            <a:r>
              <a:rPr lang="en-IN" dirty="0"/>
              <a:t>Industry AUM increased steadily between 2022–2025. </a:t>
            </a:r>
          </a:p>
          <a:p>
            <a:r>
              <a:rPr lang="en-IN" dirty="0"/>
              <a:t>SIP inflows reached ₹31,000+ Crore. </a:t>
            </a:r>
          </a:p>
          <a:p>
            <a:r>
              <a:rPr lang="en-IN" dirty="0"/>
              <a:t>SBI Mutual Fund maintained the highest AUM. </a:t>
            </a:r>
          </a:p>
          <a:p>
            <a:r>
              <a:rPr lang="en-IN" dirty="0"/>
              <a:t>Folio count almost doubled during the study period. </a:t>
            </a:r>
          </a:p>
          <a:p>
            <a:r>
              <a:rPr lang="en-IN" dirty="0"/>
              <a:t>Liquid funds received the highest category inflows.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0C4C3-A154-DC9D-B870-2902DB9F4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415" y="3733800"/>
            <a:ext cx="3208866" cy="2434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00D740-C816-397B-0D24-6089F66CA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419" y="3860799"/>
            <a:ext cx="3344332" cy="21801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569690"/>
          </a:xfrm>
        </p:spPr>
        <p:txBody>
          <a:bodyPr>
            <a:normAutofit/>
          </a:bodyPr>
          <a:lstStyle/>
          <a:p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EDA Highlights - Investor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5201" y="1210734"/>
            <a:ext cx="6591985" cy="2142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25–40 age group dominates investing activity. 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T30 cities contribute higher investments than B30. 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Investment participation is spread across multiple states. 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Equity-oriented funds attract more investors than debt funds.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C6759-77B5-2177-7AB8-DAEB19216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5" y="3632201"/>
            <a:ext cx="3014135" cy="2201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891806-EAD5-A913-C940-92161514B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902" y="3632200"/>
            <a:ext cx="2954866" cy="2201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2001" y="670399"/>
            <a:ext cx="6589199" cy="552757"/>
          </a:xfrm>
        </p:spPr>
        <p:txBody>
          <a:bodyPr>
            <a:normAutofit/>
          </a:bodyPr>
          <a:lstStyle/>
          <a:p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5482" y="1346199"/>
            <a:ext cx="6591985" cy="42756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Metrics Calculated</a:t>
            </a:r>
          </a:p>
          <a:p>
            <a:r>
              <a:rPr lang="en-IN" dirty="0"/>
              <a:t>CAGR </a:t>
            </a:r>
          </a:p>
          <a:p>
            <a:r>
              <a:rPr lang="en-IN" dirty="0"/>
              <a:t>Sharpe Ratio </a:t>
            </a:r>
          </a:p>
          <a:p>
            <a:r>
              <a:rPr lang="en-IN" dirty="0"/>
              <a:t>Sortino Ratio </a:t>
            </a:r>
          </a:p>
          <a:p>
            <a:r>
              <a:rPr lang="en-IN" dirty="0"/>
              <a:t>Alpha </a:t>
            </a:r>
          </a:p>
          <a:p>
            <a:r>
              <a:rPr lang="en-IN" dirty="0"/>
              <a:t>Beta </a:t>
            </a:r>
          </a:p>
          <a:p>
            <a:r>
              <a:rPr lang="en-IN" dirty="0"/>
              <a:t>Maximum Drawdown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Findings</a:t>
            </a:r>
          </a:p>
          <a:p>
            <a:r>
              <a:rPr lang="en-IN" dirty="0"/>
              <a:t>Several schemes achieved strong 3-Year CAGR. </a:t>
            </a:r>
          </a:p>
          <a:p>
            <a:r>
              <a:rPr lang="en-IN" dirty="0"/>
              <a:t>Sharpe Ratios above 1 indicate strong risk-adjusted returns. </a:t>
            </a:r>
          </a:p>
          <a:p>
            <a:r>
              <a:rPr lang="en-IN" dirty="0"/>
              <a:t>Positive Alpha indicates benchmark outperformance.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23AAF-3EC3-9291-B2E3-7096B8052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067" y="1532468"/>
            <a:ext cx="4157133" cy="21396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2737709" cy="1259894"/>
          </a:xfrm>
        </p:spPr>
        <p:txBody>
          <a:bodyPr>
            <a:normAutofit/>
          </a:bodyPr>
          <a:lstStyle/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Advanced Analytics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7266" y="1981201"/>
            <a:ext cx="7124615" cy="3184352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Advanced Models Implemented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Value at Risk (</a:t>
            </a:r>
            <a:r>
              <a:rPr lang="en-IN" sz="1500" dirty="0" err="1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)                                    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IN" sz="1500" dirty="0" err="1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 (CVaR)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Rolling Sharpe Ratio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Investor Cohort Analysis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SIP Continuity Analysis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Fund Recommender System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Sector HHI Analysis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Monte Carlo Simulation </a:t>
            </a:r>
          </a:p>
          <a:p>
            <a:pPr marL="0" indent="0">
              <a:lnSpc>
                <a:spcPct val="90000"/>
              </a:lnSpc>
              <a:buNone/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Risk varies significantly across schemes.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Some investor cohorts invest substantially more. </a:t>
            </a:r>
          </a:p>
          <a:p>
            <a:pPr>
              <a:lnSpc>
                <a:spcPct val="90000"/>
              </a:lnSpc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Rolling Sharpe revealed changing fund quality over 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91061E-BADB-079B-81EC-4C489EC71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733" y="1405468"/>
            <a:ext cx="4675107" cy="3184352"/>
          </a:xfrm>
          <a:prstGeom prst="rect">
            <a:avLst/>
          </a:prstGeom>
        </p:spPr>
      </p:pic>
      <p:sp>
        <p:nvSpPr>
          <p:cNvPr id="17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8943" y="498872"/>
            <a:ext cx="3102795" cy="128089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Dashboard -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967" y="1659467"/>
            <a:ext cx="3105579" cy="42517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chemeClr val="tx1"/>
                </a:solidFill>
              </a:rPr>
              <a:t>Industry Overview Dashboard</a:t>
            </a:r>
          </a:p>
          <a:p>
            <a:r>
              <a:rPr lang="en-IN" sz="1400" dirty="0">
                <a:solidFill>
                  <a:schemeClr val="tx1"/>
                </a:solidFill>
              </a:rPr>
              <a:t>AUM Trend </a:t>
            </a:r>
          </a:p>
          <a:p>
            <a:r>
              <a:rPr lang="en-IN" sz="1400" dirty="0">
                <a:solidFill>
                  <a:schemeClr val="tx1"/>
                </a:solidFill>
              </a:rPr>
              <a:t>AMC Comparison </a:t>
            </a:r>
          </a:p>
          <a:p>
            <a:r>
              <a:rPr lang="en-IN" sz="1400" dirty="0">
                <a:solidFill>
                  <a:schemeClr val="tx1"/>
                </a:solidFill>
              </a:rPr>
              <a:t>SIP Inflows </a:t>
            </a:r>
          </a:p>
          <a:p>
            <a:r>
              <a:rPr lang="en-IN" sz="1400" dirty="0">
                <a:solidFill>
                  <a:schemeClr val="tx1"/>
                </a:solidFill>
              </a:rPr>
              <a:t>Folio Counts </a:t>
            </a:r>
          </a:p>
          <a:p>
            <a:pPr marL="0" indent="0">
              <a:buNone/>
            </a:pPr>
            <a:endParaRPr lang="en-IN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1"/>
                </a:solidFill>
              </a:rPr>
              <a:t>Fund Performance Dashboard</a:t>
            </a:r>
          </a:p>
          <a:p>
            <a:r>
              <a:rPr lang="en-IN" sz="1400" dirty="0">
                <a:solidFill>
                  <a:schemeClr val="tx1"/>
                </a:solidFill>
              </a:rPr>
              <a:t>Return vs Risk Analysis </a:t>
            </a:r>
          </a:p>
          <a:p>
            <a:r>
              <a:rPr lang="en-IN" sz="1400" dirty="0">
                <a:solidFill>
                  <a:schemeClr val="tx1"/>
                </a:solidFill>
              </a:rPr>
              <a:t>Fund Scorecard </a:t>
            </a:r>
          </a:p>
          <a:p>
            <a:r>
              <a:rPr lang="en-IN" sz="1400" dirty="0">
                <a:solidFill>
                  <a:schemeClr val="tx1"/>
                </a:solidFill>
              </a:rPr>
              <a:t>Benchmark Comparison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FF08E-EDDA-4AE6-E4FE-196001061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263" y="4104236"/>
            <a:ext cx="4088720" cy="2299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61B764-435F-912D-180A-6AF2E2644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63" y="1139317"/>
            <a:ext cx="4088720" cy="22896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502" y="488651"/>
            <a:ext cx="3102795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Dashboard - Fund &amp; Investor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967" y="2133600"/>
            <a:ext cx="3105579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chemeClr val="tx1"/>
                </a:solidFill>
              </a:rPr>
              <a:t>Investor Analytics Dashboard</a:t>
            </a:r>
          </a:p>
          <a:p>
            <a:r>
              <a:rPr lang="en-IN" sz="1400" dirty="0">
                <a:solidFill>
                  <a:schemeClr val="tx1"/>
                </a:solidFill>
              </a:rPr>
              <a:t>State-wise Transactions </a:t>
            </a:r>
          </a:p>
          <a:p>
            <a:r>
              <a:rPr lang="en-IN" sz="1400" dirty="0">
                <a:solidFill>
                  <a:schemeClr val="tx1"/>
                </a:solidFill>
              </a:rPr>
              <a:t>Age Group Analysis </a:t>
            </a:r>
          </a:p>
          <a:p>
            <a:r>
              <a:rPr lang="en-IN" sz="1400" dirty="0">
                <a:solidFill>
                  <a:schemeClr val="tx1"/>
                </a:solidFill>
              </a:rPr>
              <a:t>Investment Type Distribution </a:t>
            </a:r>
          </a:p>
          <a:p>
            <a:pPr marL="0" indent="0">
              <a:buNone/>
            </a:pPr>
            <a:endParaRPr lang="en-IN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1"/>
                </a:solidFill>
              </a:rPr>
              <a:t>SIP &amp; Market Trends Dashboard</a:t>
            </a:r>
          </a:p>
          <a:p>
            <a:r>
              <a:rPr lang="en-IN" sz="1400" dirty="0">
                <a:solidFill>
                  <a:schemeClr val="tx1"/>
                </a:solidFill>
              </a:rPr>
              <a:t>SIP Growth </a:t>
            </a:r>
          </a:p>
          <a:p>
            <a:r>
              <a:rPr lang="en-IN" sz="1400" dirty="0">
                <a:solidFill>
                  <a:schemeClr val="tx1"/>
                </a:solidFill>
              </a:rPr>
              <a:t>Nifty Trend </a:t>
            </a:r>
          </a:p>
          <a:p>
            <a:r>
              <a:rPr lang="en-IN" sz="1400" dirty="0">
                <a:solidFill>
                  <a:schemeClr val="tx1"/>
                </a:solidFill>
              </a:rPr>
              <a:t>Category Inflows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4FA9F7-24BF-09E8-8812-646D70E4C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937" y="4022411"/>
            <a:ext cx="4088720" cy="2310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48D0C7-5FC2-FC18-10DB-E0122C4AF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297" y="1129096"/>
            <a:ext cx="4088720" cy="2299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201" y="683099"/>
            <a:ext cx="6589199" cy="527357"/>
          </a:xfrm>
        </p:spPr>
        <p:txBody>
          <a:bodyPr>
            <a:normAutofit/>
          </a:bodyPr>
          <a:lstStyle/>
          <a:p>
            <a:r>
              <a:rPr sz="2500" dirty="0">
                <a:latin typeface="Arial" panose="020B0604020202020204" pitchFamily="34" charset="0"/>
                <a:cs typeface="Arial" panose="020B0604020202020204" pitchFamily="34" charset="0"/>
              </a:rPr>
              <a:t>Key Findings &amp; Bonus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346200"/>
            <a:ext cx="6591985" cy="54101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Industry Assets Under Management (AUM) showed strong growth between 2022 and 2025, reflecting increasing investor participation. 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Monthly SIP inflows reached approximately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₹31,000 Crore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, indicating growing confidence in mutual fund investments. 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SBI Mutual Fund maintained the highest AUM among all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fund houses. 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Investors aged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26–35 years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represented the largest share of mutual fund investors. 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Several schemes achieved strong risk-adjusted performance, with Sharpe Ratios above 1 and positive Alpha values. 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Liquid Funds attracted the highest category inflows, while equity-oriented schemes dominated investor participation. </a:t>
            </a:r>
            <a:b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Bonus Challenge Completed – Monte Carlo Simulation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Implemented a Monte Carlo Simulation model to project future NAV growth over a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5-year horizon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Generated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100 possible NAV paths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using historical return and volatility data. </a:t>
            </a:r>
          </a:p>
          <a:p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the impact of market uncertainty on long-term fund performance. 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Demonstrated scenario-based forecasting instead of relying on a single prediction. 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Provided additional insights into potential future fund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behavior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under different market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473200"/>
            <a:ext cx="6591985" cy="4438022"/>
          </a:xfrm>
        </p:spPr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dirty="0" err="1"/>
              <a:t>Bluestock</a:t>
            </a:r>
            <a:r>
              <a:rPr lang="en-IN" dirty="0"/>
              <a:t> Mutual Fund Analytics Project successfully transformed raw mutual fund data into meaningful business insights through a structured ETL pipeline, exploratory data analysis, performance analytics, advanced risk metrics, and interactive Power BI dashboards.</a:t>
            </a:r>
          </a:p>
          <a:p>
            <a:r>
              <a:rPr lang="en-IN" dirty="0"/>
              <a:t>The project demonstrated the practical application of Python, SQLite, Power BI, and financial analytics techniques to evaluate fund performance, understand investor </a:t>
            </a:r>
            <a:r>
              <a:rPr lang="en-IN" dirty="0" err="1"/>
              <a:t>behavior</a:t>
            </a:r>
            <a:r>
              <a:rPr lang="en-IN" dirty="0"/>
              <a:t>, and identify industry trends. The insights generated can support data-driven investment decisions and improve mutual fund analysis.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2589B50-D615-4630-B6F7-29E99FF2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7A83DF-4E7A-4A81-867E-10E29C4BD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583431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0B839-4769-B0C4-54D0-058EC5D74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09" y="967417"/>
            <a:ext cx="3960345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>
                <a:solidFill>
                  <a:srgbClr val="FEFFFF"/>
                </a:solidFill>
              </a:rPr>
              <a:t>THANK YOU</a:t>
            </a:r>
          </a:p>
        </p:txBody>
      </p:sp>
      <p:sp>
        <p:nvSpPr>
          <p:cNvPr id="46" name="Freeform 27">
            <a:extLst>
              <a:ext uri="{FF2B5EF4-FFF2-40B4-BE49-F238E27FC236}">
                <a16:creationId xmlns:a16="http://schemas.microsoft.com/office/drawing/2014/main" id="{435515D7-4CE9-4558-BA93-E245EFB64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160904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3233D-120E-EAD3-3BFF-F74A9C7AE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058" y="2226735"/>
            <a:ext cx="3115313" cy="239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21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</TotalTime>
  <Words>668</Words>
  <Application>Microsoft Office PowerPoint</Application>
  <PresentationFormat>On-screen Show (4:3)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Garamond</vt:lpstr>
      <vt:lpstr>Wingdings 3</vt:lpstr>
      <vt:lpstr>Organic</vt:lpstr>
      <vt:lpstr>Wisp</vt:lpstr>
      <vt:lpstr>Bluestock Mutual Fund Analytics Capstone Project</vt:lpstr>
      <vt:lpstr>Problem Statement &amp; Objectives</vt:lpstr>
      <vt:lpstr>Data Sources</vt:lpstr>
      <vt:lpstr>Project Architecture</vt:lpstr>
      <vt:lpstr>EDA Highlights - Industry Analysis</vt:lpstr>
      <vt:lpstr>EDA Highlights - Investor Analysis</vt:lpstr>
      <vt:lpstr>Performance Analytics</vt:lpstr>
      <vt:lpstr>Advanced Analytics</vt:lpstr>
      <vt:lpstr>Dashboard - Industry Overview</vt:lpstr>
      <vt:lpstr>Dashboard - Fund &amp; Investor Analytics</vt:lpstr>
      <vt:lpstr>Key Findings &amp; Bonus Challenge</vt:lpstr>
      <vt:lpstr>Conclusion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Viyyapu Vinay</cp:lastModifiedBy>
  <cp:revision>2</cp:revision>
  <dcterms:created xsi:type="dcterms:W3CDTF">2013-01-27T09:14:16Z</dcterms:created>
  <dcterms:modified xsi:type="dcterms:W3CDTF">2026-06-12T10:42:44Z</dcterms:modified>
  <cp:category/>
</cp:coreProperties>
</file>